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Relationship Id="rId5" Type="http://schemas.openxmlformats.org/officeDocument/2006/relationships/custom-properties" Target="docProps/custom.xml" /></Relationships>
</file>

<file path=ppt/presentation.xml><?xml version="1.0" encoding="utf-8"?>
<!--Generated by Aspose.Slides for .NET 24.5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47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tags" Target="tags/tag1.xml" /><Relationship Id="rId4" Type="http://schemas.openxmlformats.org/officeDocument/2006/relationships/presProps" Target="presProps.xml" /><Relationship Id="rId5" Type="http://schemas.openxmlformats.org/officeDocument/2006/relationships/viewProps" Target="viewProps.xml" /><Relationship Id="rId6" Type="http://schemas.openxmlformats.org/officeDocument/2006/relationships/theme" Target="theme/theme1.xml" /><Relationship Id="rId7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ct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/>
          <a:p>
            <a:pPr algn="l" eaLnBrk="1" latinLnBrk="0" hangingPunct="1"/>
            <a:fld id="{48D92626-37D2-4832-BF7A-BC283494A20D}" type="datetimeFigureOut">
              <a:rPr lang="en-US" smtClean="0"/>
              <a:pPr algn="l" eaLnBrk="1" latinLnBrk="0" hangingPunct="1"/>
              <a:t>10/28/2019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r" eaLnBrk="1" latinLnBrk="0" hangingPunct="1"/>
            <a:fld id="{8C592886-E571-45D5-8B56-343DC94F8FA6}" type="slidenum">
              <a:rPr kumimoji="0" lang="en-US" smtClean="0"/>
              <a:pPr algn="r" eaLnBrk="1" latinLnBrk="0" hangingPunct="1"/>
              <a:t>‹#›</a:t>
            </a:fld>
            <a:endParaRPr kumimoji="0" lang="en-US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/>
          <a:p>
            <a:endParaRPr kumimoji="0"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92626-37D2-4832-BF7A-BC283494A20D}" type="datetimeFigureOut">
              <a:rPr lang="en-US" smtClean="0"/>
              <a:t>10/28/2019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92886-E571-45D5-8B56-343DC94F8FA6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7" name="Rectangle 6"/>
          <p:cNvSpPr/>
          <p:nvPr/>
        </p:nvSpPr>
        <p:spPr>
          <a:xfrm>
            <a:off x="1000128" y="3267456"/>
            <a:ext cx="74066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/>
          <a:p>
            <a:pPr algn="l" eaLnBrk="1" latinLnBrk="0" hangingPunct="1"/>
            <a:fld id="{48D92626-37D2-4832-BF7A-BC283494A20D}" type="datetimeFigureOut">
              <a:rPr lang="en-US" smtClean="0"/>
              <a:pPr algn="l" eaLnBrk="1" latinLnBrk="0" hangingPunct="1"/>
              <a:t>10/28/2019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r" eaLnBrk="1" latinLnBrk="0" hangingPunct="1"/>
            <a:fld id="{8C592886-E571-45D5-8B56-343DC94F8FA6}" type="slidenum">
              <a:rPr kumimoji="0" lang="en-US" smtClean="0"/>
              <a:pPr algn="r" eaLnBrk="1" latinLnBrk="0" hangingPunct="1"/>
              <a:t>‹#›</a:t>
            </a:fld>
            <a:endParaRPr kumimoji="0" lang="en-US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/>
          <a:p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92626-37D2-4832-BF7A-BC283494A20D}" type="datetimeFigureOut">
              <a:rPr lang="en-US" smtClean="0"/>
              <a:t>10/28/2019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/>
          <a:p>
            <a:fld id="{8C592886-E571-45D5-8B56-343DC94F8FA6}" type="slidenum">
              <a:rPr kumimoji="0" lang="en-US" smtClean="0"/>
              <a:t>‹#›</a:t>
            </a:fld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" name="Rectangle 9"/>
          <p:cNvSpPr/>
          <p:nvPr/>
        </p:nvSpPr>
        <p:spPr>
          <a:xfrm>
            <a:off x="616744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4800600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ct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ct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92626-37D2-4832-BF7A-BC283494A20D}" type="datetimeFigureOut">
              <a:rPr lang="en-US" smtClean="0"/>
              <a:t>10/28/2019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/>
          <a:p>
            <a:fld id="{8C592886-E571-45D5-8B56-343DC94F8FA6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92626-37D2-4832-BF7A-BC283494A20D}" type="datetimeFigureOut">
              <a:rPr lang="en-US" smtClean="0"/>
              <a:t>10/28/2019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92886-E571-45D5-8B56-343DC94F8FA6}" type="slidenum">
              <a:rPr kumimoji="0" lang="en-US" smtClean="0"/>
              <a:t>‹#›</a:t>
            </a:fld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92626-37D2-4832-BF7A-BC283494A20D}" type="datetimeFigureOut">
              <a:rPr lang="en-US" smtClean="0"/>
              <a:t>10/28/2019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92886-E571-45D5-8B56-343DC94F8FA6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8" name="Rectangle 7"/>
          <p:cNvSpPr/>
          <p:nvPr/>
        </p:nvSpPr>
        <p:spPr>
          <a:xfrm>
            <a:off x="5057552" y="105765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 anchor="b"/>
          <a:lstStyle>
            <a:lvl1pPr marL="0" algn="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ct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/>
          <a:p>
            <a:pPr algn="l" eaLnBrk="1" latinLnBrk="0" hangingPunct="1"/>
            <a:fld id="{48D92626-37D2-4832-BF7A-BC283494A20D}" type="datetimeFigureOut">
              <a:rPr lang="en-US" smtClean="0"/>
              <a:pPr algn="l" eaLnBrk="1" latinLnBrk="0" hangingPunct="1"/>
              <a:t>10/28/2019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r" eaLnBrk="1" latinLnBrk="0" hangingPunct="1"/>
            <a:fld id="{8C592886-E571-45D5-8B56-343DC94F8FA6}" type="slidenum">
              <a:rPr kumimoji="0" lang="en-US" smtClean="0"/>
              <a:pPr algn="r" eaLnBrk="1" latinLnBrk="0" hangingPunct="1"/>
              <a:t>‹#›</a:t>
            </a:fld>
            <a:endParaRPr kumimoji="0" lang="en-US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/>
          <a:p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 anchor="b"/>
          <a:lstStyle>
            <a:lvl1pPr marL="0" algn="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ct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/>
          <a:p>
            <a:pPr algn="l" eaLnBrk="1" latinLnBrk="0" hangingPunct="1"/>
            <a:fld id="{48D92626-37D2-4832-BF7A-BC283494A20D}" type="datetimeFigureOut">
              <a:rPr lang="en-US" smtClean="0"/>
              <a:pPr algn="l" eaLnBrk="1" latinLnBrk="0" hangingPunct="1"/>
              <a:t>10/28/2019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r" eaLnBrk="1" latinLnBrk="0" hangingPunct="1"/>
            <a:fld id="{8C592886-E571-45D5-8B56-343DC94F8FA6}" type="slidenum">
              <a:rPr kumimoji="0" lang="en-US" smtClean="0"/>
              <a:pPr algn="r" eaLnBrk="1" latinLnBrk="0" hangingPunct="1"/>
              <a:t>‹#›</a:t>
            </a:fld>
            <a:endParaRPr kumimoji="0" lang="en-US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/>
          <a:p>
            <a:endParaRPr kumimoji="0"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92626-37D2-4832-BF7A-BC283494A20D}" type="datetimeFigureOut">
              <a:rPr lang="en-US" smtClean="0"/>
              <a:t>10/28/2019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92886-E571-45D5-8B56-343DC94F8FA6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92626-37D2-4832-BF7A-BC283494A20D}" type="datetimeFigureOut">
              <a:rPr lang="en-US" smtClean="0"/>
              <a:t>10/28/2019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92886-E571-45D5-8B56-343DC94F8FA6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2264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</a:lstStyle>
          <a:p>
            <a:pPr algn="r" eaLnBrk="1" latinLnBrk="0" hangingPunct="1"/>
            <a:endParaRPr kumimoji="0" lang="en-US" sz="1300">
              <a:solidFill>
                <a:schemeClr val="bg2">
                  <a:tint val="60000"/>
                  <a:satMod val="155000"/>
                </a:schemeClr>
              </a:solidFill>
            </a:endParaRP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228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</a:lstStyle>
          <a:p>
            <a:pPr algn="l" eaLnBrk="1" latinLnBrk="0" hangingPunct="1"/>
            <a:fld id="{48D92626-37D2-4832-BF7A-BC283494A20D}" type="datetimeFigureOut">
              <a:rPr lang="en-US" smtClean="0"/>
              <a:pPr algn="l" eaLnBrk="1" latinLnBrk="0" hangingPunct="1"/>
              <a:t>10/28/2019</a:t>
            </a:fld>
            <a:endParaRPr lang="en-US" sz="1300">
              <a:solidFill>
                <a:schemeClr val="bg2">
                  <a:tint val="60000"/>
                  <a:satMod val="155000"/>
                </a:schemeClr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38952" y="6514568"/>
            <a:ext cx="464288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</a:lstStyle>
          <a:p>
            <a:pPr algn="r" eaLnBrk="1" latinLnBrk="0" hangingPunct="1"/>
            <a:fld id="{8C592886-E571-45D5-8B56-343DC94F8FA6}" type="slidenum">
              <a:rPr kumimoji="0" lang="en-US" smtClean="0"/>
              <a:pPr algn="r" eaLnBrk="1" latinLnBrk="0" hangingPunct="1"/>
              <a:t>‹#›</a:t>
            </a:fld>
            <a:endParaRPr kumimoji="0" lang="en-US" sz="1600" b="1">
              <a:solidFill>
                <a:schemeClr val="tx2">
                  <a:shade val="90000"/>
                </a:schemeClr>
              </a:solidFill>
              <a:effectLst/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462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timing/>
  <p:txStyles>
    <p:titleStyle>
      <a:lvl1pPr marL="54864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92100" indent="-292100" algn="l" rtl="0" eaLnBrk="1" latinLnBrk="0" hangingPunct="1">
        <a:spcBef>
          <a:spcPct val="0"/>
        </a:spcBef>
        <a:buClr>
          <a:schemeClr val="accent1"/>
        </a:buClr>
        <a:buSzPct val="70000"/>
        <a:buFont typeface="Wingdings 2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 rtl="0" eaLnBrk="1" latinLnBrk="0" hangingPunct="1">
        <a:spcBef>
          <a:spcPts val="400"/>
        </a:spcBef>
        <a:buClr>
          <a:schemeClr val="accent3"/>
        </a:buClr>
        <a:buSzTx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Tx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Tx/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10.0.22631.0"/>
  <p:tag name="AS_RELEASE_DATE" val="2024.05.14"/>
  <p:tag name="AS_TITLE" val="Aspose.Slides for .NET Standard 2.0"/>
  <p:tag name="AS_VERSION" val="24.5"/>
</p:tagLst>
</file>

<file path=ppt/theme/_rels/theme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r="http://schemas.openxmlformats.org/officeDocument/2006/relationships" xmlns:a="http://schemas.openxmlformats.org/drawingml/2006/main" name="Foundry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Foundry">
      <a:majorFont>
        <a:latin typeface="Rockwell"/>
        <a:ea typeface="Rockwell"/>
        <a:cs typeface="Arial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Rockwell"/>
        <a:cs typeface="Arial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oundry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</a:theme>
</file>

<file path=docProps/app.xml><?xml version="1.0" encoding="utf-8"?>
<Properties xmlns:vt="http://schemas.openxmlformats.org/officeDocument/2006/docPropsVTypes" xmlns="http://schemas.openxmlformats.org/officeDocument/2006/extended-properties">
  <Template>Foundry</Template>
  <Company/>
  <PresentationFormat>On-screen Show (4:3)</PresentationFormat>
  <Paragraphs>0</Paragraphs>
  <Slides>1</Slides>
  <Notes>0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5">
      <vt:lpstr>Arial</vt:lpstr>
      <vt:lpstr>Rockwell</vt:lpstr>
      <vt:lpstr>Wingdings 2</vt:lpstr>
      <vt:lpstr>Foundry</vt:lpstr>
      <vt:lpstr>PowerPoint Presentation</vt:lpstr>
    </vt:vector>
  </TitlesOfParts>
  <LinksUpToDate>0</LinksUpToDate>
  <SharedDoc>0</SharedDoc>
  <HyperlinksChanged>0</HyperlinksChanged>
  <Application>Aspose.Slides for .NET</Application>
  <AppVersion>24.0500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Slide 1</dc:title>
  <dc:creator>Admin</dc:creator>
  <cp:lastModifiedBy>tttlll@sibmail.com</cp:lastModifiedBy>
  <cp:revision>2</cp:revision>
  <dcterms:created xsi:type="dcterms:W3CDTF">2015-08-05T11:01:57Z</dcterms:created>
  <dcterms:modified xsi:type="dcterms:W3CDTF">2024-09-02T13:57:55Z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Editor">
    <vt:lpwstr>test editor</vt:lpwstr>
  </property>
  <property fmtid="{D5CDD505-2E9C-101B-9397-08002B2CF9AE}" pid="3" name="Group">
    <vt:i4>7</vt:i4>
  </property>
</Properties>
</file>